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383" r:id="rId6"/>
    <p:sldId id="391" r:id="rId7"/>
    <p:sldId id="408" r:id="rId8"/>
    <p:sldId id="403" r:id="rId9"/>
    <p:sldId id="398" r:id="rId1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25/03/2026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25/03/2026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Apresentação básica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pt-BR"/>
            </a:defPPr>
          </a:lstStyle>
          <a:p>
            <a:pPr rtl="0"/>
            <a:r>
              <a:rPr lang="pt-BR" dirty="0"/>
              <a:t>Página Home.</a:t>
            </a:r>
          </a:p>
          <a:p>
            <a:pPr rtl="0"/>
            <a:r>
              <a:rPr lang="pt-BR" dirty="0"/>
              <a:t>Página de informações</a:t>
            </a:r>
          </a:p>
          <a:p>
            <a:pPr rtl="0"/>
            <a:r>
              <a:rPr lang="pt-BR" dirty="0" err="1"/>
              <a:t>Git-hub</a:t>
            </a:r>
            <a:endParaRPr lang="pt-BR" dirty="0"/>
          </a:p>
          <a:p>
            <a:pPr rtl="0"/>
            <a:r>
              <a:rPr lang="pt-BR" dirty="0"/>
              <a:t>Agradecimentos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Sobre a Home </a:t>
            </a:r>
            <a:r>
              <a:rPr lang="pt-BR" dirty="0" err="1"/>
              <a:t>page</a:t>
            </a:r>
            <a:r>
              <a:rPr lang="pt-BR" dirty="0"/>
              <a:t>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v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Forma Liv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E8203B53-41A9-858F-EC4B-CAE711E09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55" y="2779170"/>
            <a:ext cx="4589254" cy="247428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BFE63FD-5F16-1D0C-EA36-A79EB5F3FDDD}"/>
              </a:ext>
            </a:extLst>
          </p:cNvPr>
          <p:cNvSpPr txBox="1"/>
          <p:nvPr/>
        </p:nvSpPr>
        <p:spPr>
          <a:xfrm>
            <a:off x="5313873" y="2076074"/>
            <a:ext cx="58005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Rotas</a:t>
            </a:r>
          </a:p>
          <a:p>
            <a:r>
              <a:rPr lang="pt-BR" dirty="0">
                <a:solidFill>
                  <a:schemeClr val="bg1"/>
                </a:solidFill>
              </a:rPr>
              <a:t>/home pagina principal</a:t>
            </a:r>
          </a:p>
          <a:p>
            <a:r>
              <a:rPr lang="pt-BR" dirty="0">
                <a:solidFill>
                  <a:schemeClr val="bg1"/>
                </a:solidFill>
              </a:rPr>
              <a:t>/sobre pagina de detalhes</a:t>
            </a:r>
          </a:p>
          <a:p>
            <a:r>
              <a:rPr lang="pt-BR" b="1" dirty="0">
                <a:solidFill>
                  <a:schemeClr val="bg1"/>
                </a:solidFill>
              </a:rPr>
              <a:t>Estrutura principal</a:t>
            </a:r>
          </a:p>
          <a:p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/app/home/ tela principal do </a:t>
            </a:r>
            <a:r>
              <a:rPr lang="pt-BR" dirty="0" err="1">
                <a:solidFill>
                  <a:schemeClr val="bg1"/>
                </a:solidFill>
              </a:rPr>
              <a:t>cartao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/app/sobre/ tela de detalhes</a:t>
            </a:r>
          </a:p>
          <a:p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/app/</a:t>
            </a:r>
            <a:r>
              <a:rPr lang="pt-BR" dirty="0" err="1">
                <a:solidFill>
                  <a:schemeClr val="bg1"/>
                </a:solidFill>
              </a:rPr>
              <a:t>app.routes.ts</a:t>
            </a:r>
            <a:r>
              <a:rPr lang="pt-BR" dirty="0">
                <a:solidFill>
                  <a:schemeClr val="bg1"/>
                </a:solidFill>
              </a:rPr>
              <a:t> </a:t>
            </a:r>
            <a:r>
              <a:rPr lang="pt-BR" dirty="0" err="1">
                <a:solidFill>
                  <a:schemeClr val="bg1"/>
                </a:solidFill>
              </a:rPr>
              <a:t>configuracao</a:t>
            </a:r>
            <a:r>
              <a:rPr lang="pt-BR" dirty="0">
                <a:solidFill>
                  <a:schemeClr val="bg1"/>
                </a:solidFill>
              </a:rPr>
              <a:t> de rotas</a:t>
            </a:r>
          </a:p>
          <a:p>
            <a:r>
              <a:rPr lang="pt-BR" b="1" dirty="0" err="1">
                <a:solidFill>
                  <a:schemeClr val="bg1"/>
                </a:solidFill>
              </a:rPr>
              <a:t>Personalizacao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rapida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Troque a imagem em </a:t>
            </a:r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</a:t>
            </a:r>
            <a:r>
              <a:rPr lang="pt-BR" dirty="0" err="1">
                <a:solidFill>
                  <a:schemeClr val="bg1"/>
                </a:solidFill>
              </a:rPr>
              <a:t>assets</a:t>
            </a:r>
            <a:r>
              <a:rPr lang="pt-BR" dirty="0">
                <a:solidFill>
                  <a:schemeClr val="bg1"/>
                </a:solidFill>
              </a:rPr>
              <a:t>/</a:t>
            </a:r>
          </a:p>
          <a:p>
            <a:r>
              <a:rPr lang="pt-BR" dirty="0">
                <a:solidFill>
                  <a:schemeClr val="bg1"/>
                </a:solidFill>
              </a:rPr>
              <a:t>Edite os textos em </a:t>
            </a:r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/app/home/home.page.html</a:t>
            </a:r>
          </a:p>
          <a:p>
            <a:r>
              <a:rPr lang="pt-BR" dirty="0">
                <a:solidFill>
                  <a:schemeClr val="bg1"/>
                </a:solidFill>
              </a:rPr>
              <a:t>Ajuste o estilo em </a:t>
            </a:r>
            <a:r>
              <a:rPr lang="pt-BR" dirty="0" err="1">
                <a:solidFill>
                  <a:schemeClr val="bg1"/>
                </a:solidFill>
              </a:rPr>
              <a:t>src</a:t>
            </a:r>
            <a:r>
              <a:rPr lang="pt-BR" dirty="0">
                <a:solidFill>
                  <a:schemeClr val="bg1"/>
                </a:solidFill>
              </a:rPr>
              <a:t>/app/home/</a:t>
            </a:r>
            <a:r>
              <a:rPr lang="pt-BR" dirty="0" err="1">
                <a:solidFill>
                  <a:schemeClr val="bg1"/>
                </a:solidFill>
              </a:rPr>
              <a:t>home.page.scss</a:t>
            </a:r>
            <a:endParaRPr lang="pt-BR" dirty="0">
              <a:solidFill>
                <a:schemeClr val="bg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Página de mais informações! 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D8AACD18-1377-B541-C711-878E34A8450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21" y="2496135"/>
            <a:ext cx="6271282" cy="3046340"/>
          </a:xfrm>
          <a:prstGeom prst="rect">
            <a:avLst/>
          </a:prstGeom>
        </p:spPr>
      </p:pic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948C57-482C-654B-8E7F-B95B4863983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82231" y="2011933"/>
            <a:ext cx="5114348" cy="4567938"/>
          </a:xfrm>
        </p:spPr>
        <p:txBody>
          <a:bodyPr>
            <a:normAutofit fontScale="40000" lnSpcReduction="20000"/>
          </a:bodyPr>
          <a:lstStyle/>
          <a:p>
            <a:r>
              <a:rPr lang="pt-BR" sz="3500" b="1" dirty="0"/>
              <a:t>Funcionalidades</a:t>
            </a:r>
          </a:p>
          <a:p>
            <a:r>
              <a:rPr lang="pt-BR" sz="3500" dirty="0" err="1"/>
              <a:t>Cartao</a:t>
            </a:r>
            <a:r>
              <a:rPr lang="pt-BR" sz="3500" dirty="0"/>
              <a:t> de identificação </a:t>
            </a:r>
            <a:r>
              <a:rPr lang="pt-BR" sz="3500" u="sng" dirty="0"/>
              <a:t>com</a:t>
            </a:r>
            <a:r>
              <a:rPr lang="pt-BR" sz="3500" dirty="0"/>
              <a:t> foto e informações</a:t>
            </a:r>
          </a:p>
          <a:p>
            <a:r>
              <a:rPr lang="pt-BR" sz="3500" dirty="0"/>
              <a:t>Navegação entre Home e Sobre</a:t>
            </a:r>
          </a:p>
          <a:p>
            <a:r>
              <a:rPr lang="pt-BR" sz="3500" dirty="0"/>
              <a:t>Estilo moderno no card</a:t>
            </a:r>
          </a:p>
          <a:p>
            <a:r>
              <a:rPr lang="pt-BR" sz="3500" b="1" dirty="0"/>
              <a:t>Tecnologias</a:t>
            </a:r>
          </a:p>
          <a:p>
            <a:r>
              <a:rPr lang="pt-BR" sz="3500" dirty="0" err="1"/>
              <a:t>Ionic</a:t>
            </a:r>
            <a:endParaRPr lang="pt-BR" sz="3500" dirty="0"/>
          </a:p>
          <a:p>
            <a:r>
              <a:rPr lang="pt-BR" sz="3500" dirty="0"/>
              <a:t>Angular (</a:t>
            </a:r>
            <a:r>
              <a:rPr lang="pt-BR" sz="3500" dirty="0" err="1"/>
              <a:t>standalone</a:t>
            </a:r>
            <a:r>
              <a:rPr lang="pt-BR" sz="3500" dirty="0"/>
              <a:t>)</a:t>
            </a:r>
          </a:p>
          <a:p>
            <a:r>
              <a:rPr lang="pt-BR" sz="3500" dirty="0" err="1"/>
              <a:t>TypeScript</a:t>
            </a:r>
            <a:endParaRPr lang="pt-BR" sz="3500" dirty="0"/>
          </a:p>
          <a:p>
            <a:r>
              <a:rPr lang="pt-BR" sz="3500" dirty="0"/>
              <a:t>SCSS</a:t>
            </a:r>
          </a:p>
          <a:p>
            <a:r>
              <a:rPr lang="pt-BR" sz="3500" b="1" dirty="0"/>
              <a:t>Requisitos</a:t>
            </a:r>
          </a:p>
          <a:p>
            <a:r>
              <a:rPr lang="pt-BR" sz="3500" dirty="0"/>
              <a:t>Node.js</a:t>
            </a:r>
          </a:p>
          <a:p>
            <a:r>
              <a:rPr lang="pt-BR" sz="3500" dirty="0" err="1"/>
              <a:t>Ionic</a:t>
            </a:r>
            <a:r>
              <a:rPr lang="pt-BR" sz="3500" dirty="0"/>
              <a:t> CLI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Sobre o </a:t>
            </a:r>
            <a:r>
              <a:rPr lang="pt-BR" dirty="0" err="1"/>
              <a:t>Git-hub</a:t>
            </a:r>
            <a:r>
              <a:rPr lang="pt-BR" dirty="0"/>
              <a:t>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 https://github.com/Samuelcoder7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2E4A4E0-8D79-76AB-632D-B36BCBD3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278" y="2679425"/>
            <a:ext cx="6681167" cy="326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244752"/>
            <a:ext cx="5486400" cy="164592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Samuel Davy Valentim Rodrigues</a:t>
            </a:r>
          </a:p>
          <a:p>
            <a:pPr rtl="0"/>
            <a:r>
              <a:rPr lang="pt-BR" dirty="0"/>
              <a:t>21 99286-3887</a:t>
            </a:r>
          </a:p>
          <a:p>
            <a:pPr rtl="0"/>
            <a:r>
              <a:rPr lang="pt-BR" dirty="0"/>
              <a:t>sdvr2017@gmail.com.br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{95895DCF-BAA4-4EA2-AF44-23E97C63C2AF}TFd3b75063-ff25-434d-b12c-efeaf07d16c313a04d44_win32-67ca2883bb17</Template>
  <TotalTime>16</TotalTime>
  <Words>168</Words>
  <Application>Microsoft Office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Book</vt:lpstr>
      <vt:lpstr>Franklin Gothic Demi</vt:lpstr>
      <vt:lpstr>Personalizado</vt:lpstr>
      <vt:lpstr>Apresentação básica</vt:lpstr>
      <vt:lpstr>Agenda</vt:lpstr>
      <vt:lpstr>Sobre a Home page </vt:lpstr>
      <vt:lpstr>Página de mais informações! </vt:lpstr>
      <vt:lpstr>Sobre o Git-hub:   https://github.com/Samuelcoder7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Davy</dc:creator>
  <cp:lastModifiedBy>Samuel Davy</cp:lastModifiedBy>
  <cp:revision>1</cp:revision>
  <dcterms:created xsi:type="dcterms:W3CDTF">2026-03-25T04:48:50Z</dcterms:created>
  <dcterms:modified xsi:type="dcterms:W3CDTF">2026-03-25T05:05:17Z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